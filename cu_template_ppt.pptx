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9144000"/>
  <p:notesSz cx="6858000" cy="9144000"/>
  <p:embeddedFontLst>
    <p:embeddedFont>
      <p:font typeface="Archivo Narrow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chivoNarrow-boldItalic.fntdata"/><Relationship Id="rId10" Type="http://schemas.openxmlformats.org/officeDocument/2006/relationships/font" Target="fonts/ArchivoNarrow-italic.fntdata"/><Relationship Id="rId9" Type="http://schemas.openxmlformats.org/officeDocument/2006/relationships/font" Target="fonts/ArchivoNarrow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Archivo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1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b="0" i="0" sz="11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b="1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1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 VALUES</a:t>
            </a:r>
            <a:endParaRPr b="1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b="0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b="0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b="0" i="0" sz="11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50" y="232167"/>
            <a:ext cx="2764676" cy="100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3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5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6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9pPr>
          </a:lstStyle>
          <a:p/>
        </p:txBody>
      </p:sp>
      <p:sp>
        <p:nvSpPr>
          <p:cNvPr id="76" name="Google Shape;7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1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indent="-3429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Google Shape;95;p11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b="0" i="0" sz="1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b="0" i="0" lang="en-GB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GB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b="0" i="0" sz="1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b="1" i="0" sz="28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b="1" sz="2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b="1" sz="2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b="1" sz="2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b="1" sz="2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b="1" sz="2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b="1" sz="2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b="1" sz="2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b="1" sz="2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b="0" i="0" sz="22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b="0" i="0" sz="18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b="0" i="0" sz="18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b="0" i="0" sz="18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b="0" i="0" sz="18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b="0" i="0" sz="18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b="0" i="0" sz="18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b="0" i="0" sz="18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b="0" i="0" sz="18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type="ctrTitle"/>
          </p:nvPr>
        </p:nvSpPr>
        <p:spPr>
          <a:xfrm>
            <a:off x="311700" y="2014872"/>
            <a:ext cx="85206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